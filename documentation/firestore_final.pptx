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4"/>
  </p:notesMasterIdLst>
  <p:sldIdLst>
    <p:sldId id="256" r:id="rId2"/>
    <p:sldId id="257" r:id="rId3"/>
  </p:sldIdLst>
  <p:sldSz cx="2159952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5503" autoAdjust="0"/>
  </p:normalViewPr>
  <p:slideViewPr>
    <p:cSldViewPr snapToGrid="0">
      <p:cViewPr>
        <p:scale>
          <a:sx n="50" d="100"/>
          <a:sy n="50" d="100"/>
        </p:scale>
        <p:origin x="250" y="-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62B3B-0D03-415D-827E-5596E34D9513}" type="datetimeFigureOut">
              <a:rPr lang="en-SG" smtClean="0"/>
              <a:t>10/7/2020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03488" y="1143000"/>
            <a:ext cx="1851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FECB0-4D8B-425C-9E2D-503F2917F72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2778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1pPr>
    <a:lvl2pPr marL="604784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2pPr>
    <a:lvl3pPr marL="1209568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3pPr>
    <a:lvl4pPr marL="1814352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4pPr>
    <a:lvl5pPr marL="2419137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5pPr>
    <a:lvl6pPr marL="3023921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6pPr>
    <a:lvl7pPr marL="3628705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7pPr>
    <a:lvl8pPr marL="4233489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8pPr>
    <a:lvl9pPr marL="4838273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5891626"/>
            <a:ext cx="18359596" cy="12533242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8908198"/>
            <a:ext cx="16199644" cy="8691601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1C080-490F-4013-A06F-E95E6A1347BB}" type="datetimeFigureOut">
              <a:rPr lang="en-SG" smtClean="0"/>
              <a:t>10/7/2020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651A5-326E-44C7-ADFF-F3C8B3D31F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9947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1C080-490F-4013-A06F-E95E6A1347BB}" type="datetimeFigureOut">
              <a:rPr lang="en-SG" smtClean="0"/>
              <a:t>10/7/2020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651A5-326E-44C7-ADFF-F3C8B3D31F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66391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8974945"/>
            <a:ext cx="18629590" cy="14974888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24091502"/>
            <a:ext cx="18629590" cy="7874940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/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1C080-490F-4013-A06F-E95E6A1347BB}" type="datetimeFigureOut">
              <a:rPr lang="en-SG" smtClean="0"/>
              <a:t>10/7/2020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651A5-326E-44C7-ADFF-F3C8B3D31F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86804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9583264"/>
            <a:ext cx="9179798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9583264"/>
            <a:ext cx="9179798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1C080-490F-4013-A06F-E95E6A1347BB}" type="datetimeFigureOut">
              <a:rPr lang="en-SG" smtClean="0"/>
              <a:t>10/7/2020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651A5-326E-44C7-ADFF-F3C8B3D31F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1056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916661"/>
            <a:ext cx="18629590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8824938"/>
            <a:ext cx="9137610" cy="4324966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13149904"/>
            <a:ext cx="9137610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8824938"/>
            <a:ext cx="9182611" cy="4324966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13149904"/>
            <a:ext cx="9182611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1C080-490F-4013-A06F-E95E6A1347BB}" type="datetimeFigureOut">
              <a:rPr lang="en-SG" smtClean="0"/>
              <a:t>10/7/2020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651A5-326E-44C7-ADFF-F3C8B3D31F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93971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1C080-490F-4013-A06F-E95E6A1347BB}" type="datetimeFigureOut">
              <a:rPr lang="en-SG" smtClean="0"/>
              <a:t>10/7/2020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651A5-326E-44C7-ADFF-F3C8B3D31F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99000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1C080-490F-4013-A06F-E95E6A1347BB}" type="datetimeFigureOut">
              <a:rPr lang="en-SG" smtClean="0"/>
              <a:t>10/7/2020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651A5-326E-44C7-ADFF-F3C8B3D31F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77680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399982"/>
            <a:ext cx="6966409" cy="8399939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5183304"/>
            <a:ext cx="10934760" cy="25583147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10799922"/>
            <a:ext cx="6966409" cy="20008190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1C080-490F-4013-A06F-E95E6A1347BB}" type="datetimeFigureOut">
              <a:rPr lang="en-SG" smtClean="0"/>
              <a:t>10/7/2020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651A5-326E-44C7-ADFF-F3C8B3D31F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3549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399982"/>
            <a:ext cx="6966409" cy="8399939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5183304"/>
            <a:ext cx="10934760" cy="25583147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10799922"/>
            <a:ext cx="6966409" cy="20008190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1C080-490F-4013-A06F-E95E6A1347BB}" type="datetimeFigureOut">
              <a:rPr lang="en-SG" smtClean="0"/>
              <a:t>10/7/2020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651A5-326E-44C7-ADFF-F3C8B3D31F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56508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1C080-490F-4013-A06F-E95E6A1347BB}" type="datetimeFigureOut">
              <a:rPr lang="en-SG" smtClean="0"/>
              <a:t>10/7/2020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651A5-326E-44C7-ADFF-F3C8B3D31F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49684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1916653"/>
            <a:ext cx="4657398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1916653"/>
            <a:ext cx="13702199" cy="305081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1C080-490F-4013-A06F-E95E6A1347BB}" type="datetimeFigureOut">
              <a:rPr lang="en-SG" smtClean="0"/>
              <a:t>10/7/2020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651A5-326E-44C7-ADFF-F3C8B3D31F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96019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916661"/>
            <a:ext cx="18629590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9583264"/>
            <a:ext cx="18629590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33366432"/>
            <a:ext cx="4859893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1C080-490F-4013-A06F-E95E6A1347BB}" type="datetimeFigureOut">
              <a:rPr lang="en-SG" smtClean="0"/>
              <a:t>10/7/2020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33366432"/>
            <a:ext cx="7289840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33366432"/>
            <a:ext cx="4859893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651A5-326E-44C7-ADFF-F3C8B3D31F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8081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2159996" rtl="0" eaLnBrk="1" latinLnBrk="0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266D2AF3-34A9-464A-A720-41EDCEE3E970}"/>
              </a:ext>
            </a:extLst>
          </p:cNvPr>
          <p:cNvSpPr/>
          <p:nvPr/>
        </p:nvSpPr>
        <p:spPr>
          <a:xfrm>
            <a:off x="6889012" y="609600"/>
            <a:ext cx="8627795" cy="85634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E52CB95-288D-4688-983A-C4F702997C8A}"/>
              </a:ext>
            </a:extLst>
          </p:cNvPr>
          <p:cNvSpPr txBox="1"/>
          <p:nvPr/>
        </p:nvSpPr>
        <p:spPr>
          <a:xfrm>
            <a:off x="8552658" y="723179"/>
            <a:ext cx="754813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SG" sz="2400" u="sng" dirty="0"/>
              <a:t>System Architecture and infrastructure components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90DF9AA-BE6F-45BD-B0FE-C85F6959A4E1}"/>
              </a:ext>
            </a:extLst>
          </p:cNvPr>
          <p:cNvGrpSpPr/>
          <p:nvPr/>
        </p:nvGrpSpPr>
        <p:grpSpPr>
          <a:xfrm>
            <a:off x="2986753" y="11676001"/>
            <a:ext cx="18368102" cy="11769118"/>
            <a:chOff x="2986753" y="11676001"/>
            <a:chExt cx="18368102" cy="1176911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D812E5B-5144-42FB-B877-DA55BF4CC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837722" y="16417887"/>
              <a:ext cx="3517133" cy="7027232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D37021F9-40BF-450B-A2EA-2666EB0C5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24262" y="16307951"/>
              <a:ext cx="3358861" cy="576414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63F3F11-7E3D-4DC1-BB06-8E26B821B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42333" y="15874145"/>
              <a:ext cx="3417139" cy="5969117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D8B1214-1AF0-459F-B564-14E9A6EE4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56230" y="16495517"/>
              <a:ext cx="3310415" cy="5797798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B3233B7-CD5C-481B-B998-023EB2621AB9}"/>
                </a:ext>
              </a:extLst>
            </p:cNvPr>
            <p:cNvSpPr txBox="1"/>
            <p:nvPr/>
          </p:nvSpPr>
          <p:spPr>
            <a:xfrm>
              <a:off x="3058213" y="20381901"/>
              <a:ext cx="12198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Player 2: O</a:t>
              </a: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09DB7841-11D9-42CB-AE59-0BB5D9833127}"/>
                </a:ext>
              </a:extLst>
            </p:cNvPr>
            <p:cNvGrpSpPr/>
            <p:nvPr/>
          </p:nvGrpSpPr>
          <p:grpSpPr>
            <a:xfrm>
              <a:off x="3483672" y="16338774"/>
              <a:ext cx="1473200" cy="915839"/>
              <a:chOff x="586212" y="16100128"/>
              <a:chExt cx="1473200" cy="915839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A2412E3-F00D-4888-8C36-D590ED2421A0}"/>
                  </a:ext>
                </a:extLst>
              </p:cNvPr>
              <p:cNvSpPr txBox="1"/>
              <p:nvPr/>
            </p:nvSpPr>
            <p:spPr>
              <a:xfrm>
                <a:off x="815237" y="16337348"/>
                <a:ext cx="10151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 dirty="0"/>
                  <a:t>2 Players</a:t>
                </a: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B65B4F0D-0098-4895-AE2E-E5798AFAC401}"/>
                  </a:ext>
                </a:extLst>
              </p:cNvPr>
              <p:cNvSpPr/>
              <p:nvPr/>
            </p:nvSpPr>
            <p:spPr>
              <a:xfrm>
                <a:off x="586212" y="16100128"/>
                <a:ext cx="1473200" cy="91583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SG"/>
              </a:p>
            </p:txBody>
          </p:sp>
        </p:grpSp>
        <p:grpSp>
          <p:nvGrpSpPr>
            <p:cNvPr id="1051" name="Group 1050">
              <a:extLst>
                <a:ext uri="{FF2B5EF4-FFF2-40B4-BE49-F238E27FC236}">
                  <a16:creationId xmlns:a16="http://schemas.microsoft.com/office/drawing/2014/main" id="{7C4B62FE-B7FA-45E8-9677-768AE1A00BF0}"/>
                </a:ext>
              </a:extLst>
            </p:cNvPr>
            <p:cNvGrpSpPr/>
            <p:nvPr/>
          </p:nvGrpSpPr>
          <p:grpSpPr>
            <a:xfrm>
              <a:off x="3176184" y="18153572"/>
              <a:ext cx="1362809" cy="1719117"/>
              <a:chOff x="1376752" y="17362868"/>
              <a:chExt cx="1362809" cy="1719117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CB83F74-E634-41CB-A8E6-988CE39C8FA5}"/>
                  </a:ext>
                </a:extLst>
              </p:cNvPr>
              <p:cNvSpPr txBox="1"/>
              <p:nvPr/>
            </p:nvSpPr>
            <p:spPr>
              <a:xfrm>
                <a:off x="1440794" y="17425270"/>
                <a:ext cx="11910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 b="1" dirty="0">
                    <a:solidFill>
                      <a:srgbClr val="008080"/>
                    </a:solidFill>
                  </a:rPr>
                  <a:t>Player 1: X</a:t>
                </a: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31BCC441-A9DD-4571-8416-ED2F51E60D42}"/>
                  </a:ext>
                </a:extLst>
              </p:cNvPr>
              <p:cNvGrpSpPr/>
              <p:nvPr/>
            </p:nvGrpSpPr>
            <p:grpSpPr>
              <a:xfrm>
                <a:off x="1376752" y="17362868"/>
                <a:ext cx="1362809" cy="1719117"/>
                <a:chOff x="489705" y="17304993"/>
                <a:chExt cx="1362809" cy="1719117"/>
              </a:xfrm>
            </p:grpSpPr>
            <p:pic>
              <p:nvPicPr>
                <p:cNvPr id="42" name="Picture 41">
                  <a:extLst>
                    <a:ext uri="{FF2B5EF4-FFF2-40B4-BE49-F238E27FC236}">
                      <a16:creationId xmlns:a16="http://schemas.microsoft.com/office/drawing/2014/main" id="{1803E6C0-BC93-4920-94EA-277A6EA3E2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6790" y="17858692"/>
                  <a:ext cx="679688" cy="1165418"/>
                </a:xfrm>
                <a:prstGeom prst="rect">
                  <a:avLst/>
                </a:prstGeom>
              </p:spPr>
            </p:pic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7E6433DE-EAC6-4084-BE92-D16DDADFF4FE}"/>
                    </a:ext>
                  </a:extLst>
                </p:cNvPr>
                <p:cNvSpPr/>
                <p:nvPr/>
              </p:nvSpPr>
              <p:spPr>
                <a:xfrm>
                  <a:off x="489705" y="17304993"/>
                  <a:ext cx="1362809" cy="41413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SG"/>
                </a:p>
              </p:txBody>
            </p:sp>
          </p:grp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B797B1F-7E3F-4C0C-9437-DB61BB32DD6D}"/>
                </a:ext>
              </a:extLst>
            </p:cNvPr>
            <p:cNvGrpSpPr/>
            <p:nvPr/>
          </p:nvGrpSpPr>
          <p:grpSpPr>
            <a:xfrm>
              <a:off x="2986753" y="20336542"/>
              <a:ext cx="1362809" cy="1638410"/>
              <a:chOff x="467578" y="19591449"/>
              <a:chExt cx="1362809" cy="1638410"/>
            </a:xfrm>
          </p:grpSpPr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55A3023B-1253-4990-9AB4-E619058D21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6790" y="20064441"/>
                <a:ext cx="679688" cy="1165418"/>
              </a:xfrm>
              <a:prstGeom prst="rect">
                <a:avLst/>
              </a:prstGeom>
            </p:spPr>
          </p:pic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376F8E54-0E67-45A8-B77B-9B40EE39D3F2}"/>
                  </a:ext>
                </a:extLst>
              </p:cNvPr>
              <p:cNvSpPr/>
              <p:nvPr/>
            </p:nvSpPr>
            <p:spPr>
              <a:xfrm>
                <a:off x="467578" y="19591449"/>
                <a:ext cx="1362809" cy="41413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SG"/>
              </a:p>
            </p:txBody>
          </p:sp>
        </p:grp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A1ECCEC7-EECC-402A-A395-EBBDC883C010}"/>
                </a:ext>
              </a:extLst>
            </p:cNvPr>
            <p:cNvCxnSpPr>
              <a:cxnSpLocks/>
            </p:cNvCxnSpPr>
            <p:nvPr/>
          </p:nvCxnSpPr>
          <p:spPr>
            <a:xfrm>
              <a:off x="4641466" y="18716079"/>
              <a:ext cx="2429343" cy="9224"/>
            </a:xfrm>
            <a:prstGeom prst="straightConnector1">
              <a:avLst/>
            </a:prstGeom>
            <a:ln>
              <a:solidFill>
                <a:srgbClr val="00808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1633745B-0BBC-49DA-9549-ED55F3A30C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6304" y="19266945"/>
              <a:ext cx="2502708" cy="499049"/>
            </a:xfrm>
            <a:prstGeom prst="straightConnector1">
              <a:avLst/>
            </a:prstGeom>
            <a:ln>
              <a:solidFill>
                <a:srgbClr val="00808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77BB8AC3-9D7D-4C7E-95B3-959C46F5D0C9}"/>
                </a:ext>
              </a:extLst>
            </p:cNvPr>
            <p:cNvSpPr txBox="1"/>
            <p:nvPr/>
          </p:nvSpPr>
          <p:spPr>
            <a:xfrm>
              <a:off x="5022091" y="18247024"/>
              <a:ext cx="16151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008080"/>
                  </a:solidFill>
                </a:rPr>
                <a:t>1. Enter Name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BF82BB0-A00A-4B95-9EA8-47095BEABBFA}"/>
                </a:ext>
              </a:extLst>
            </p:cNvPr>
            <p:cNvSpPr txBox="1"/>
            <p:nvPr/>
          </p:nvSpPr>
          <p:spPr>
            <a:xfrm>
              <a:off x="4236027" y="18752894"/>
              <a:ext cx="271162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008080"/>
                  </a:solidFill>
                </a:rPr>
                <a:t>2. Create Game</a:t>
              </a:r>
            </a:p>
            <a:p>
              <a:r>
                <a:rPr lang="en-SG" b="1" dirty="0">
                  <a:solidFill>
                    <a:srgbClr val="008080"/>
                  </a:solidFill>
                </a:rPr>
                <a:t>-Call /new endpoint</a:t>
              </a:r>
            </a:p>
          </p:txBody>
        </p:sp>
        <p:cxnSp>
          <p:nvCxnSpPr>
            <p:cNvPr id="1030" name="Straight Arrow Connector 1029">
              <a:extLst>
                <a:ext uri="{FF2B5EF4-FFF2-40B4-BE49-F238E27FC236}">
                  <a16:creationId xmlns:a16="http://schemas.microsoft.com/office/drawing/2014/main" id="{F1A932A4-A0C5-471B-BCC6-05295E703C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2658" y="18707271"/>
              <a:ext cx="1707335" cy="425413"/>
            </a:xfrm>
            <a:prstGeom prst="straightConnector1">
              <a:avLst/>
            </a:prstGeom>
            <a:ln>
              <a:solidFill>
                <a:srgbClr val="00808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1CA32FF-C55E-4C6A-BD47-D1FCC4C16A3D}"/>
                </a:ext>
              </a:extLst>
            </p:cNvPr>
            <p:cNvSpPr txBox="1"/>
            <p:nvPr/>
          </p:nvSpPr>
          <p:spPr>
            <a:xfrm>
              <a:off x="13513649" y="15367153"/>
              <a:ext cx="301000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008080"/>
                  </a:solidFill>
                </a:rPr>
                <a:t>8. Player 1: X makes a move first. Green tiles when it is the player’s turn. 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515A0E1-4F61-41F4-9158-0430EDF9A8B1}"/>
                </a:ext>
              </a:extLst>
            </p:cNvPr>
            <p:cNvSpPr txBox="1"/>
            <p:nvPr/>
          </p:nvSpPr>
          <p:spPr>
            <a:xfrm rot="20723223">
              <a:off x="4511228" y="20079478"/>
              <a:ext cx="1614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4. Enter Name</a:t>
              </a:r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9DBFEA2D-B03F-457B-AA5E-9552BBEC72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8099" y="20146080"/>
              <a:ext cx="2670252" cy="746534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034F2D8-D55B-4223-A1B1-9DDDC4CF2914}"/>
                </a:ext>
              </a:extLst>
            </p:cNvPr>
            <p:cNvSpPr txBox="1"/>
            <p:nvPr/>
          </p:nvSpPr>
          <p:spPr>
            <a:xfrm rot="20822238">
              <a:off x="4578072" y="20696431"/>
              <a:ext cx="20060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5. Enter Lobby ID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C17B98D4-2C09-4E80-98A6-1FA4A8BD19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7313" y="20479242"/>
              <a:ext cx="2839566" cy="1136872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091885EF-0BC0-474F-B1A3-F4A88D473E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8099" y="21358568"/>
              <a:ext cx="2696088" cy="747077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73561CD2-C4F5-4018-93D7-A1FE4F850840}"/>
                </a:ext>
              </a:extLst>
            </p:cNvPr>
            <p:cNvSpPr txBox="1"/>
            <p:nvPr/>
          </p:nvSpPr>
          <p:spPr>
            <a:xfrm rot="20569929">
              <a:off x="5085896" y="21030431"/>
              <a:ext cx="16580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6. Join – Get Lobby Info</a:t>
              </a:r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3C91A7E6-E781-43F7-BD46-D5842BC656F3}"/>
                </a:ext>
              </a:extLst>
            </p:cNvPr>
            <p:cNvCxnSpPr>
              <a:cxnSpLocks/>
            </p:cNvCxnSpPr>
            <p:nvPr/>
          </p:nvCxnSpPr>
          <p:spPr>
            <a:xfrm>
              <a:off x="12435589" y="19765994"/>
              <a:ext cx="1452769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6AF4516-D63E-4710-82F4-FCA1363704BA}"/>
                </a:ext>
              </a:extLst>
            </p:cNvPr>
            <p:cNvSpPr txBox="1"/>
            <p:nvPr/>
          </p:nvSpPr>
          <p:spPr>
            <a:xfrm>
              <a:off x="12408302" y="19015472"/>
              <a:ext cx="16580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7. Both Players Connected 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A6ABEEF2-F878-48FF-971E-271652EAFFB9}"/>
                </a:ext>
              </a:extLst>
            </p:cNvPr>
            <p:cNvSpPr txBox="1"/>
            <p:nvPr/>
          </p:nvSpPr>
          <p:spPr>
            <a:xfrm>
              <a:off x="8657765" y="18213326"/>
              <a:ext cx="2244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008080"/>
                  </a:solidFill>
                </a:rPr>
                <a:t>3. Await Player 2: O 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E911D69-92BA-4365-B254-80B810AB4AEE}"/>
                </a:ext>
              </a:extLst>
            </p:cNvPr>
            <p:cNvSpPr txBox="1"/>
            <p:nvPr/>
          </p:nvSpPr>
          <p:spPr>
            <a:xfrm>
              <a:off x="17645355" y="15428152"/>
              <a:ext cx="342586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9. Player 2: O makes a move after Player 1: X.  Black tiles when it is </a:t>
              </a:r>
              <a:r>
                <a:rPr lang="en-SG" b="1" dirty="0">
                  <a:solidFill>
                    <a:srgbClr val="C00000"/>
                  </a:solidFill>
                </a:rPr>
                <a:t>not</a:t>
              </a:r>
              <a:r>
                <a:rPr lang="en-SG" b="1" dirty="0">
                  <a:solidFill>
                    <a:srgbClr val="002060"/>
                  </a:solidFill>
                </a:rPr>
                <a:t> </a:t>
              </a:r>
              <a:r>
                <a:rPr lang="en-SG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the player’s turn. </a:t>
              </a:r>
            </a:p>
          </p:txBody>
        </p:sp>
        <p:cxnSp>
          <p:nvCxnSpPr>
            <p:cNvPr id="1058" name="Straight Arrow Connector 1057">
              <a:extLst>
                <a:ext uri="{FF2B5EF4-FFF2-40B4-BE49-F238E27FC236}">
                  <a16:creationId xmlns:a16="http://schemas.microsoft.com/office/drawing/2014/main" id="{FCEFC22C-A7D7-42AF-B7DB-9924AF617060}"/>
                </a:ext>
              </a:extLst>
            </p:cNvPr>
            <p:cNvCxnSpPr>
              <a:cxnSpLocks/>
            </p:cNvCxnSpPr>
            <p:nvPr/>
          </p:nvCxnSpPr>
          <p:spPr>
            <a:xfrm>
              <a:off x="16513884" y="19266945"/>
              <a:ext cx="1835076" cy="0"/>
            </a:xfrm>
            <a:prstGeom prst="straightConnector1">
              <a:avLst/>
            </a:prstGeom>
            <a:ln>
              <a:solidFill>
                <a:srgbClr val="008080"/>
              </a:solidFill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0" name="Straight Arrow Connector 1059">
              <a:extLst>
                <a:ext uri="{FF2B5EF4-FFF2-40B4-BE49-F238E27FC236}">
                  <a16:creationId xmlns:a16="http://schemas.microsoft.com/office/drawing/2014/main" id="{0BF1E71F-5660-4F22-9099-FFACB66B4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60355" y="20146080"/>
              <a:ext cx="1788605" cy="8909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9FAC1E9F-6B3B-40F0-BDB9-2F215E200E5C}"/>
                </a:ext>
              </a:extLst>
            </p:cNvPr>
            <p:cNvSpPr txBox="1"/>
            <p:nvPr/>
          </p:nvSpPr>
          <p:spPr>
            <a:xfrm>
              <a:off x="16237428" y="18820709"/>
              <a:ext cx="1674555" cy="369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008080"/>
                  </a:solidFill>
                </a:rPr>
                <a:t>Makes a move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31756240-4F66-4540-BEA8-858850F487BD}"/>
                </a:ext>
              </a:extLst>
            </p:cNvPr>
            <p:cNvSpPr txBox="1"/>
            <p:nvPr/>
          </p:nvSpPr>
          <p:spPr>
            <a:xfrm>
              <a:off x="16327134" y="19582803"/>
              <a:ext cx="1674555" cy="369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Makes a move</a:t>
              </a:r>
            </a:p>
          </p:txBody>
        </p: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9AB1D1A0-0F11-4321-B789-C3EF39F367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423741" y="13093072"/>
              <a:ext cx="445699" cy="5405077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94BC0923-FDEE-41FD-B36F-39F447B7C8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38397" y="13119863"/>
              <a:ext cx="219180" cy="5280778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E29294D-74EB-4946-85D2-9A408AD9CFA7}"/>
                </a:ext>
              </a:extLst>
            </p:cNvPr>
            <p:cNvSpPr txBox="1"/>
            <p:nvPr/>
          </p:nvSpPr>
          <p:spPr>
            <a:xfrm rot="20384460">
              <a:off x="7244803" y="15164025"/>
              <a:ext cx="44030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002060"/>
                  </a:solidFill>
                </a:rPr>
                <a:t>Lobby ID, Player Name, Player ID are recorded in cloud database </a:t>
              </a:r>
            </a:p>
          </p:txBody>
        </p: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AFEBF4E9-48D3-4909-B56C-1A9F59C5DA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9587" y="13255955"/>
              <a:ext cx="8316925" cy="3161932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0F32E7AD-BA27-41DD-9763-F52F1702A7FA}"/>
                </a:ext>
              </a:extLst>
            </p:cNvPr>
            <p:cNvSpPr txBox="1"/>
            <p:nvPr/>
          </p:nvSpPr>
          <p:spPr>
            <a:xfrm>
              <a:off x="16522007" y="13837474"/>
              <a:ext cx="105841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002060"/>
                  </a:solidFill>
                </a:rPr>
                <a:t>Moves recorded in cloud database</a:t>
              </a:r>
            </a:p>
          </p:txBody>
        </p:sp>
        <p:pic>
          <p:nvPicPr>
            <p:cNvPr id="20" name="Picture 19" descr="A close up of a logo&#10;&#10;Description automatically generated">
              <a:extLst>
                <a:ext uri="{FF2B5EF4-FFF2-40B4-BE49-F238E27FC236}">
                  <a16:creationId xmlns:a16="http://schemas.microsoft.com/office/drawing/2014/main" id="{F1E08B23-EBAD-4AF7-977A-488402FA84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40061" y="11676001"/>
              <a:ext cx="1469291" cy="1469291"/>
            </a:xfrm>
            <a:prstGeom prst="rect">
              <a:avLst/>
            </a:prstGeom>
          </p:spPr>
        </p:pic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AEC80D6-EF9A-4492-81E8-B4BB311950EE}"/>
                </a:ext>
              </a:extLst>
            </p:cNvPr>
            <p:cNvSpPr txBox="1"/>
            <p:nvPr/>
          </p:nvSpPr>
          <p:spPr>
            <a:xfrm>
              <a:off x="9406325" y="12014501"/>
              <a:ext cx="6124884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SG" sz="2400" u="sng" dirty="0"/>
                <a:t>A look at how the game functions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2BE7B1BE-98C2-4782-84D1-0DAE8CD9C4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7920" y="19723785"/>
              <a:ext cx="1928083" cy="1177786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5BE333E-F62F-4965-B302-1BBA65A5A4CB}"/>
              </a:ext>
            </a:extLst>
          </p:cNvPr>
          <p:cNvGrpSpPr/>
          <p:nvPr/>
        </p:nvGrpSpPr>
        <p:grpSpPr>
          <a:xfrm>
            <a:off x="652912" y="24643919"/>
            <a:ext cx="20935368" cy="9595084"/>
            <a:chOff x="652912" y="24643919"/>
            <a:chExt cx="20935368" cy="9595084"/>
          </a:xfrm>
        </p:grpSpPr>
        <p:pic>
          <p:nvPicPr>
            <p:cNvPr id="1086" name="Picture 1085">
              <a:extLst>
                <a:ext uri="{FF2B5EF4-FFF2-40B4-BE49-F238E27FC236}">
                  <a16:creationId xmlns:a16="http://schemas.microsoft.com/office/drawing/2014/main" id="{4F989BAC-1D0C-46DF-BB06-4D0D8ED58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00200" y="25668429"/>
              <a:ext cx="4708102" cy="1449762"/>
            </a:xfrm>
            <a:prstGeom prst="rect">
              <a:avLst/>
            </a:prstGeom>
          </p:spPr>
        </p:pic>
        <p:sp>
          <p:nvSpPr>
            <p:cNvPr id="1087" name="TextBox 1086">
              <a:extLst>
                <a:ext uri="{FF2B5EF4-FFF2-40B4-BE49-F238E27FC236}">
                  <a16:creationId xmlns:a16="http://schemas.microsoft.com/office/drawing/2014/main" id="{0EDECDE4-A330-469E-8197-BF78AF541E5C}"/>
                </a:ext>
              </a:extLst>
            </p:cNvPr>
            <p:cNvSpPr txBox="1"/>
            <p:nvPr/>
          </p:nvSpPr>
          <p:spPr>
            <a:xfrm>
              <a:off x="7574674" y="24643919"/>
              <a:ext cx="6124884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SG" sz="2400" u="sng" dirty="0"/>
                <a:t>A look at the data records in Cloud Database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8D76A22-AFD8-4B29-B105-5505A8F75045}"/>
                </a:ext>
              </a:extLst>
            </p:cNvPr>
            <p:cNvSpPr txBox="1"/>
            <p:nvPr/>
          </p:nvSpPr>
          <p:spPr>
            <a:xfrm>
              <a:off x="10637116" y="28174022"/>
              <a:ext cx="32088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SG" b="1" dirty="0"/>
                <a:t>Player Name and ID are stored. 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6C338B40-37AB-4F7F-B7CE-2DEA6FB44CC2}"/>
                </a:ext>
              </a:extLst>
            </p:cNvPr>
            <p:cNvSpPr txBox="1"/>
            <p:nvPr/>
          </p:nvSpPr>
          <p:spPr>
            <a:xfrm>
              <a:off x="682958" y="28176911"/>
              <a:ext cx="87836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SG" b="1" dirty="0"/>
                <a:t>Various Lobby ID , date/time created, and </a:t>
              </a:r>
              <a:r>
                <a:rPr lang="en-SG" b="1" dirty="0" err="1"/>
                <a:t>fieldTypes</a:t>
              </a:r>
              <a:r>
                <a:rPr lang="en-SG" b="1" dirty="0"/>
                <a:t> of Tic Tac Toe Grid with moves stored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EAEFDFE-7075-46F5-89A8-247100FFC58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52912" y="28765595"/>
              <a:ext cx="9607081" cy="4740641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3A62C30-A0A0-46FB-AA59-BA479BA06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730221" y="28765595"/>
              <a:ext cx="10858059" cy="5473408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BF6A411-84E4-4631-B573-815DBB68A274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4313" t="12367" r="12895" b="4593"/>
          <a:stretch/>
        </p:blipFill>
        <p:spPr>
          <a:xfrm>
            <a:off x="3326778" y="1176253"/>
            <a:ext cx="15849190" cy="1034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93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8B4F3A-D241-4DC0-96F5-64D10F12F9E3}"/>
              </a:ext>
            </a:extLst>
          </p:cNvPr>
          <p:cNvSpPr txBox="1"/>
          <p:nvPr/>
        </p:nvSpPr>
        <p:spPr>
          <a:xfrm>
            <a:off x="7894320" y="1458575"/>
            <a:ext cx="533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AWS Lambda versus Firebase</a:t>
            </a:r>
            <a:endParaRPr lang="en-SG" sz="24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2A2B05-F1CB-4E3B-B783-836BE2E8B25C}"/>
              </a:ext>
            </a:extLst>
          </p:cNvPr>
          <p:cNvSpPr txBox="1"/>
          <p:nvPr/>
        </p:nvSpPr>
        <p:spPr>
          <a:xfrm>
            <a:off x="8016240" y="7223760"/>
            <a:ext cx="533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Future Improvements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Garbage Collection</a:t>
            </a:r>
            <a:endParaRPr lang="en-SG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685D92-1A00-4040-892F-6FD4ED9C2001}"/>
              </a:ext>
            </a:extLst>
          </p:cNvPr>
          <p:cNvSpPr txBox="1"/>
          <p:nvPr/>
        </p:nvSpPr>
        <p:spPr>
          <a:xfrm>
            <a:off x="8016240" y="2758440"/>
            <a:ext cx="40843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Ease of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Efficient scalability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Cost </a:t>
            </a:r>
          </a:p>
          <a:p>
            <a:endParaRPr lang="en-SG" sz="2400" u="sn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B5765C-DCDF-45DF-B141-D2AA73F26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6642" y="1247060"/>
            <a:ext cx="5948998" cy="44617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7C1E89-5A6B-47EE-BF1D-05933A458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104" y="2072372"/>
            <a:ext cx="4217829" cy="320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765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789</TotalTime>
  <Words>181</Words>
  <Application>Microsoft Office PowerPoint</Application>
  <PresentationFormat>Custom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Shermaine Lim Si Hui</dc:creator>
  <cp:lastModifiedBy>Shermaine Lim Si Hui</cp:lastModifiedBy>
  <cp:revision>31</cp:revision>
  <dcterms:created xsi:type="dcterms:W3CDTF">2020-07-08T11:54:26Z</dcterms:created>
  <dcterms:modified xsi:type="dcterms:W3CDTF">2020-07-09T22:50:15Z</dcterms:modified>
</cp:coreProperties>
</file>